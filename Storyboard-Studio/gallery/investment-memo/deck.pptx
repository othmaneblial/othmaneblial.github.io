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F5F2DE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capital allocation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The context for capital allocation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This fictional team needs a decision it can explain, execute, and revisit. The proposal assumes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adoption without an observed workflow.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The problem is the missing decision boundary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The proposal assumes adoption without an observed workflow.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Evidence to gather before committing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157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DFCF87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660400" y="3914140"/>
            <a:ext cx="108712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416"/>
              </a:lnSpc>
              <a:buNone/>
            </a:pPr>
            <a:r>
              <a:rPr lang="en-US" sz="2800" b="1" i="0">
                <a:solidFill>
                  <a:srgbClr val="F5F2DE"/>
                </a:solidFill>
                <a:latin typeface="Carlito"/>
              </a:rPr>
              <a:t xml:space="preserve">Bounded workflow first</a:t>
            </a:r>
            <a:endParaRPr lang="en-US" sz="2800"/>
          </a:p>
        </p:txBody>
      </p:sp>
      <p:sp>
        <p:nvSpPr>
          <p:cNvPr id="6" name="Text 6"/>
          <p:cNvSpPr txBox="1"/>
          <p:nvPr/>
        </p:nvSpPr>
        <p:spPr>
          <a:xfrm>
            <a:off x="660400" y="4790440"/>
            <a:ext cx="10871200" cy="1051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B6C3AF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Two paths make the trade-off explicit</a:t>
            </a:r>
            <a:endParaRPr lang="en-US" sz="42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Fund full expansion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Fund a narrow validation stage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Recommend the bounded path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Release funding in stages tied to observed workflow evidence.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F5F2DE"/>
                </a:solidFill>
                <a:latin typeface="Carlito"/>
              </a:rPr>
              <a:t xml:space="preserve">Risks to review before expansion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0D2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B6C3AF"/>
                </a:solidFill>
                <a:latin typeface="Carlito"/>
              </a:rPr>
              <a:t xml:space="preserve">EVALUATE THE PILOT BEFORE FUNDING SCALE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F5F2DE"/>
                </a:solidFill>
                <a:latin typeface="Carlito"/>
              </a:rPr>
              <a:t xml:space="preserve">Next action: approve the pilot and own the </a:t>
            </a:r>
            <a:endParaRPr lang="en-US" sz="4100"/>
          </a:p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F5F2DE"/>
                </a:solidFill>
                <a:latin typeface="Carlito"/>
              </a:rPr>
              <a:t xml:space="preserve">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Investment sponsor owns the first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milestone and 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1A3938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F5F2DE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F5F2DE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B6C3AF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B6C3AF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or">
  <a:themeElements>
    <a:clrScheme name="Storyboard">
      <a:dk1>
        <a:srgbClr val="F5F2DE"/>
      </a:dk1>
      <a:lt1>
        <a:srgbClr val="0D2425"/>
      </a:lt1>
      <a:dk2>
        <a:srgbClr val="B6C3AF"/>
      </a:dk2>
      <a:lt2>
        <a:srgbClr val="1A3938"/>
      </a:lt2>
      <a:accent1>
        <a:srgbClr val="DFCF87"/>
      </a:accent1>
      <a:accent2>
        <a:srgbClr val="B6C3AF"/>
      </a:accent2>
      <a:accent3>
        <a:srgbClr val="DFCF87"/>
      </a:accent3>
      <a:accent4>
        <a:srgbClr val="F5F2DE"/>
      </a:accent4>
      <a:accent5>
        <a:srgbClr val="B6C3AF"/>
      </a:accent5>
      <a:accent6>
        <a:srgbClr val="DFCF87"/>
      </a:accent6>
      <a:hlink>
        <a:srgbClr val="DFCF87"/>
      </a:hlink>
      <a:folHlink>
        <a:srgbClr val="B6C3AF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Evaluate the pilot before funding scale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f0e0cc840edc0d8ba4f310511d36ed41680794d5a4cd69df5c9dabad86205ab2</vt:lpwstr>
  </property>
</Properties>
</file>