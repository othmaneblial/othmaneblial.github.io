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0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data migration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The context for data migration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This fictional team needs a decision it can explain, execute, and revisit. Replacing the storage layer and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API simultaneously makes rollback unclear.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The problem is the missing decision boundary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Replacing the storage layer and API simultaneously makes rollback unclear.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Evidence to gather before committing</a:t>
            </a:r>
            <a:endParaRPr lang="en-US" sz="32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609600" y="2336800"/>
          <a:ext cx="10972800" cy="355600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8E8E8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Owner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8E8E8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8E8E8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RFC author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Pilot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RFC author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02020"/>
                          </a:solidFill>
                          <a:latin typeface="Carlito"/>
                        </a:rPr>
                        <a:t xml:space="preserve">Bounded continuation decision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Two paths make the trade-off explicit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02020"/>
                </a:solidFill>
                <a:latin typeface="Carlito"/>
              </a:rPr>
              <a:t xml:space="preserve">Replace everything together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02020"/>
                </a:solidFill>
                <a:latin typeface="Carlito"/>
              </a:rPr>
              <a:t xml:space="preserve">Migrate one boundary at a time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More focused initial work, with a clearer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review 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Recommend the bounded path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Keep a tested read boundary while migrating writes behind an explicit switch.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Risks to review before expansion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95959"/>
                </a:solidFill>
                <a:latin typeface="Carlito"/>
              </a:rPr>
              <a:t xml:space="preserve">A MIGRATION BOUNDARY THE TEAM CAN TEST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202020"/>
                </a:solidFill>
                <a:latin typeface="Carlito"/>
              </a:rPr>
              <a:t xml:space="preserve">Next action: approve the pilot and own the review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02020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RFC author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02020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02020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95959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">
  <a:themeElements>
    <a:clrScheme name="Storyboard">
      <a:dk1>
        <a:srgbClr val="202020"/>
      </a:dk1>
      <a:lt1>
        <a:srgbClr val="F7F7F7"/>
      </a:lt1>
      <a:dk2>
        <a:srgbClr val="595959"/>
      </a:dk2>
      <a:lt2>
        <a:srgbClr val="E8E8E8"/>
      </a:lt2>
      <a:accent1>
        <a:srgbClr val="353535"/>
      </a:accent1>
      <a:accent2>
        <a:srgbClr val="595959"/>
      </a:accent2>
      <a:accent3>
        <a:srgbClr val="353535"/>
      </a:accent3>
      <a:accent4>
        <a:srgbClr val="202020"/>
      </a:accent4>
      <a:accent5>
        <a:srgbClr val="595959"/>
      </a:accent5>
      <a:accent6>
        <a:srgbClr val="353535"/>
      </a:accent6>
      <a:hlink>
        <a:srgbClr val="353535"/>
      </a:hlink>
      <a:folHlink>
        <a:srgbClr val="595959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A migration boundary the team can test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c3284cc76dd89aec73ec6acf38904a8c56cb08e6e64d37c4306610af743acb41</vt:lpwstr>
  </property>
</Properties>
</file>