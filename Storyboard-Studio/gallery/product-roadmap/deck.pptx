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4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release planning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The context for release planning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This fictional team needs a decision it can explain, execute, and revisit. Too many parallel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initiatives obscure the next customer problem.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The problem is the missing decision boundary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Too many parallel initiatives obscure the next customer problem.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Evidence to gather before committing</a:t>
            </a:r>
            <a:endParaRPr lang="en-US" sz="40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609600" y="2336800"/>
          <a:ext cx="10972800" cy="35560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9E7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9E7F2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E9E7F2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Product manager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Pilot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Product manager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Bounded continuation </a:t>
                      </a:r>
                      <a:endParaRPr lang="en-US" sz="2200"/>
                    </a:p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25243A"/>
                          </a:solidFill>
                          <a:latin typeface="Carlito"/>
                        </a:rPr>
                        <a:t xml:space="preserve">decision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6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Two paths make the trade-off explicit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9E7F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5243A"/>
                </a:solidFill>
                <a:latin typeface="Carlito"/>
              </a:rPr>
              <a:t xml:space="preserve">Fund every initiative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9E7F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5243A"/>
                </a:solidFill>
                <a:latin typeface="Carlito"/>
              </a:rPr>
              <a:t xml:space="preserve">Sequence one outcome per release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Recommend the bounded path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Reserve a release for reliability before adding new workflows.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Risks to review before expansion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6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36178"/>
                </a:solidFill>
                <a:latin typeface="Carlito"/>
              </a:rPr>
              <a:t xml:space="preserve">A ROADMAP WITH ROOM TO LEARN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25243A"/>
                </a:solidFill>
                <a:latin typeface="Carlito"/>
              </a:rPr>
              <a:t xml:space="preserve">Next action: approve the pilot and own the review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9E7F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5243A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Product manager owns the first milestone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and 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9E7F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5243A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5243A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63617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36178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">
  <a:themeElements>
    <a:clrScheme name="Storyboard">
      <a:dk1>
        <a:srgbClr val="25243A"/>
      </a:dk1>
      <a:lt1>
        <a:srgbClr val="F6F6FB"/>
      </a:lt1>
      <a:dk2>
        <a:srgbClr val="636178"/>
      </a:dk2>
      <a:lt2>
        <a:srgbClr val="E9E7F2"/>
      </a:lt2>
      <a:accent1>
        <a:srgbClr val="5E4B9E"/>
      </a:accent1>
      <a:accent2>
        <a:srgbClr val="636178"/>
      </a:accent2>
      <a:accent3>
        <a:srgbClr val="5E4B9E"/>
      </a:accent3>
      <a:accent4>
        <a:srgbClr val="25243A"/>
      </a:accent4>
      <a:accent5>
        <a:srgbClr val="636178"/>
      </a:accent5>
      <a:accent6>
        <a:srgbClr val="5E4B9E"/>
      </a:accent6>
      <a:hlink>
        <a:srgbClr val="5E4B9E"/>
      </a:hlink>
      <a:folHlink>
        <a:srgbClr val="636178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A roadmap with room to learn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5cd77736f1ff17cfcbab8497a30a65dc51e849487c49ee487aa8bae24a30de87</vt:lpwstr>
  </property>
</Properties>
</file>