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lnSpc>
                <a:spcPts val="2196"/>
              </a:lnSpc>
              <a:buNone/>
            </a:pPr>
            <a:r>
              <a:rPr lang="en-US" sz="1800" b="0" i="0">
                <a:solidFill>
                  <a:srgbClr val="EFF3F5"/>
                </a:solidFill>
                <a:latin typeface="Carlito"/>
              </a:rPr>
              <a:t xml:space="preserve">Illustrative pilot checkpoints</a:t>
            </a:r>
            <a:endParaRPr lang="en-US" sz="1800"/>
          </a:p>
        </c:rich>
      </c:tx>
    </c:title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score</c:v>
                </c:pt>
              </c:strCache>
            </c:strRef>
          </c:tx>
          <c:spPr>
            <a:solidFill>
              <a:srgbClr val="9DD8C0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Pilot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18</c:v>
                </c:pt>
                <c:pt idx="2">
                  <c:v>30</c:v>
                </c:pt>
              </c:numCache>
            </c:numRef>
          </c:val>
        </c:ser>
        <c:axId val="1"/>
        <c:axId val="2"/>
      </c:lineChart>
      <c:catAx>
        <c:axId val="1"/>
        <c:scaling>
          <c:orientation val="minMax"/>
        </c:scaling>
        <c:axPos val="b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c:txPr>
        <c:crossAx val="2"/>
        <c:crosses val="autoZero"/>
      </c:catAx>
      <c:valAx>
        <c:axId val="2"/>
        <c:scaling>
          <c:orientation val="minMax"/>
        </c:scaling>
        <c:axPos val="l"/>
        <c:numFmt formatCode="General" sourceLinked="0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c:txPr>
        <c:crossAx val="1"/>
        <c:crosses val="autoZero"/>
        <c:crossBetween val="between"/>
      </c:valAx>
    </c:plotArea>
    <c:legend>
      <c:legendPos val="b"/>
    </c:legend>
    <c:plotVisOnly val="1"/>
  </c:chart>
  <c:spPr>
    <a:solidFill>
      <a:srgbClr val="141C26"/>
    </a:solidFill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>Synthetic process diagram represented by editable native cards.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executive decisions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The context for executive decisions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This fictional team needs a decision it can explain, execute, and revisit. Status is clear but the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requested decision is absent.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The problem is the missing decision boundary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Status is clear but the requested decision is absent.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smaller boundary makes the work reviewable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PROBLEM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A smaller boundary makes the work reviewable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35052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309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Observe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30988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Start with one actual task.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4343400" y="2336800"/>
            <a:ext cx="35052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546600" y="2540000"/>
            <a:ext cx="309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Decide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4546600" y="3454400"/>
            <a:ext cx="30988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Name the trade-off and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owner.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8077200" y="2336800"/>
            <a:ext cx="35052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280400" y="2540000"/>
            <a:ext cx="309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Review</a:t>
            </a:r>
            <a:endParaRPr lang="en-US" sz="2400"/>
          </a:p>
        </p:txBody>
      </p:sp>
      <p:sp>
        <p:nvSpPr>
          <p:cNvPr id="12" name="Text 12"/>
          <p:cNvSpPr txBox="1"/>
          <p:nvPr/>
        </p:nvSpPr>
        <p:spPr>
          <a:xfrm>
            <a:off x="8280400" y="3454400"/>
            <a:ext cx="30988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Inspect the outcome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before expanding.</a:t>
            </a:r>
            <a:endParaRPr lang="en-US" sz="2200"/>
          </a:p>
        </p:txBody>
      </p:sp>
      <p:sp>
        <p:nvSpPr>
          <p:cNvPr id="13" name="Shape 13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5" name="Text 15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Evidence to gather before committing</a:t>
            </a:r>
            <a:endParaRPr lang="en-US" sz="4000"/>
          </a:p>
        </p:txBody>
      </p:sp>
      <p:graphicFrame>
        <p:nvGraphicFramePr>
          <p:cNvPr id="4" name="Chart 4"/>
          <p:cNvGraphicFramePr/>
          <p:nvPr/>
        </p:nvGraphicFramePr>
        <p:xfrm>
          <a:off x="609600" y="2336800"/>
          <a:ext cx="10972800" cy="355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Two paths make the trade-off explicit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Continue the current plan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Faster to start, with the current operating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limitations.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Change the sequence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More focused initial work, with a clearer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review boundary.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Recommend the bounded path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Approve the sequence change and review the affected dependencies.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Risks to review before expansion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Keep the scope narrow. Check whether the new workflow adds manual effort or moves risk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elsewhere. Record the unresolved question instead of treating an assumption as a finding.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THE DECISION BEHIND THE UPDATE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Next action: approve the pilot and own the review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Owner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Executive sponsor owns the first milestone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and its evidence.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Review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Inspect the pilot evidence before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approving the next stage.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">
  <a:themeElements>
    <a:clrScheme name="Storyboard">
      <a:dk1>
        <a:srgbClr val="EFF3F5"/>
      </a:dk1>
      <a:lt1>
        <a:srgbClr val="141C26"/>
      </a:lt1>
      <a:dk2>
        <a:srgbClr val="A6B4C2"/>
      </a:dk2>
      <a:lt2>
        <a:srgbClr val="202D3C"/>
      </a:lt2>
      <a:accent1>
        <a:srgbClr val="9DD8C0"/>
      </a:accent1>
      <a:accent2>
        <a:srgbClr val="A6B4C2"/>
      </a:accent2>
      <a:accent3>
        <a:srgbClr val="9DD8C0"/>
      </a:accent3>
      <a:accent4>
        <a:srgbClr val="EFF3F5"/>
      </a:accent4>
      <a:accent5>
        <a:srgbClr val="A6B4C2"/>
      </a:accent5>
      <a:accent6>
        <a:srgbClr val="9DD8C0"/>
      </a:accent6>
      <a:hlink>
        <a:srgbClr val="9DD8C0"/>
      </a:hlink>
      <a:folHlink>
        <a:srgbClr val="A6B4C2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8</Slides>
  <Notes>8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The decision behind the update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cfe5b4b69fc68e1c16e8f6e5e68fcd27a6472778c512775aed94129c0bf93924</vt:lpwstr>
  </property>
</Properties>
</file>