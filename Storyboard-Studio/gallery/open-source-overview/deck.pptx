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41F19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native presentation tooling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734"/>
              </a:lnSpc>
              <a:buNone/>
            </a:pPr>
            <a:r>
              <a:rPr lang="en-US" sz="4700" b="1" i="0">
                <a:solidFill>
                  <a:srgbClr val="241F19"/>
                </a:solidFill>
                <a:latin typeface="Carlito"/>
              </a:rPr>
              <a:t xml:space="preserve">The context for native presentation tooling</a:t>
            </a:r>
            <a:endParaRPr lang="en-US" sz="47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This fictional team needs a decision it can explain, execute, and revisit. A polished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slide does not explain where its claims or layout came from.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241F19"/>
                </a:solidFill>
                <a:latin typeface="Carlito"/>
              </a:rPr>
              <a:t xml:space="preserve">The problem is the missing decision boundary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 polished slide does not explain where its claims or layout came from.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Evidence to gather before committing</a:t>
            </a:r>
            <a:endParaRPr lang="en-US" sz="48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711200" y="2336800"/>
          <a:ext cx="10769600" cy="3454400"/>
        </p:xfrm>
        <a:graphic>
          <a:graphicData uri="http://schemas.openxmlformats.org/drawingml/2006/table">
            <a:tbl>
              <a:tblPr firstRow="1" bandRow="1"/>
              <a:tblGrid>
                <a:gridCol w="3589867"/>
                <a:gridCol w="3589867"/>
                <a:gridCol w="3589867"/>
              </a:tblGrid>
              <a:tr h="8636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CE5DA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CE5DA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CE5DA"/>
                    </a:solidFill>
                  </a:tcPr>
                </a:tc>
              </a:tr>
              <a:tr h="8636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Maintainer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</a:tr>
              <a:tr h="8636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Pilot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Maintainer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</a:tr>
              <a:tr h="8636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Bounded continuation </a:t>
                      </a:r>
                      <a:endParaRPr lang="en-US" sz="2200"/>
                    </a:p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41F19"/>
                          </a:solidFill>
                          <a:latin typeface="Carlito"/>
                        </a:rPr>
                        <a:t xml:space="preserve">decision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DF9F2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Two paths make the trade-off explicit</a:t>
            </a:r>
            <a:endParaRPr lang="en-US" sz="48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Generate opaque slide images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Faster to start, with the current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operating limitations.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Compile editable objects from a </a:t>
            </a:r>
            <a:endParaRPr lang="en-US" sz="2600"/>
          </a:p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typed story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More focused initial work, with a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clearer review boundary.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Recommend the bounded path</a:t>
            </a:r>
            <a:endParaRPr lang="en-US" sz="48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Build a Rust core shared by the CLI and desktop, with visible diagnostics.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856"/>
              </a:lnSpc>
              <a:buNone/>
            </a:pPr>
            <a:r>
              <a:rPr lang="en-US" sz="4800" b="1" i="0">
                <a:solidFill>
                  <a:srgbClr val="241F19"/>
                </a:solidFill>
                <a:latin typeface="Carlito"/>
              </a:rPr>
              <a:t xml:space="preserve">Risks to review before expansion</a:t>
            </a:r>
            <a:endParaRPr lang="en-US" sz="48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Keep the scope narrow. Check whether the new workflow adds manual effort or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moves risk elsewhere. Record the unresolved question instead of treating an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assumption as a finding.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65E53"/>
                </a:solidFill>
                <a:latin typeface="Carlito"/>
              </a:rPr>
              <a:t xml:space="preserve">STORYBOARD STUDIO — AN INSPECTABLE PRESENTATION COMPILER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241F19"/>
                </a:solidFill>
                <a:latin typeface="Carlito"/>
              </a:rPr>
              <a:t xml:space="preserve">Next action: approve the pilot and own the </a:t>
            </a:r>
            <a:endParaRPr lang="en-US" sz="4100"/>
          </a:p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241F19"/>
                </a:solidFill>
                <a:latin typeface="Carlito"/>
              </a:rPr>
              <a:t xml:space="preserve">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Owner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Maintainer owns the first milestone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and its evidence.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CE5D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241F19"/>
                </a:solidFill>
                <a:latin typeface="Carlito"/>
              </a:rPr>
              <a:t xml:space="preserve">Review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Inspect the pilot evidence before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241F19"/>
                </a:solidFill>
                <a:latin typeface="Carlito"/>
              </a:rPr>
              <a:t xml:space="preserve">approving the next stage.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65E5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65E53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toryboard">
      <a:dk1>
        <a:srgbClr val="241F19"/>
      </a:dk1>
      <a:lt1>
        <a:srgbClr val="FDF9F2"/>
      </a:lt1>
      <a:dk2>
        <a:srgbClr val="665E53"/>
      </a:dk2>
      <a:lt2>
        <a:srgbClr val="ECE5DA"/>
      </a:lt2>
      <a:accent1>
        <a:srgbClr val="B53E25"/>
      </a:accent1>
      <a:accent2>
        <a:srgbClr val="665E53"/>
      </a:accent2>
      <a:accent3>
        <a:srgbClr val="B53E25"/>
      </a:accent3>
      <a:accent4>
        <a:srgbClr val="241F19"/>
      </a:accent4>
      <a:accent5>
        <a:srgbClr val="665E53"/>
      </a:accent5>
      <a:accent6>
        <a:srgbClr val="B53E25"/>
      </a:accent6>
      <a:hlink>
        <a:srgbClr val="B53E25"/>
      </a:hlink>
      <a:folHlink>
        <a:srgbClr val="665E53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Storyboard Studio — an inspectable presentation compiler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1a0fc96c994fbd947b1bbbeccef73f2644854b34831f0a90bd1e7c6ce86670b5</vt:lpwstr>
  </property>
</Properties>
</file>