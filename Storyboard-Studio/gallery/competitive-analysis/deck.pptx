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competitive evalu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COMPARE MECHANISMS, NOT MARKETING CLAIMS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The context for competitive evaluation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This fictional team needs a decision it can explain, execute, and revisit. Feature lists conceal differences in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deployment and data ownership.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COMPARE MECHANISMS, NOT MARKETING CLAIMS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The problem is the missing decision boundary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Feature lists conceal differences in deployment and data ownership.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COMPARE MECHANISMS, NOT MARKETING CLAIMS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Evidence to gather before committing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1623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8296"/>
              </a:lnSpc>
              <a:buNone/>
            </a:pPr>
            <a:r>
              <a:rPr lang="en-US" sz="6800" b="1" i="0">
                <a:solidFill>
                  <a:srgbClr val="1865A6"/>
                </a:solidFill>
                <a:latin typeface="Carlito"/>
              </a:rPr>
              <a:t xml:space="preserve">1</a:t>
            </a:r>
            <a:endParaRPr lang="en-US" sz="6800"/>
          </a:p>
        </p:txBody>
      </p:sp>
      <p:sp>
        <p:nvSpPr>
          <p:cNvPr id="5" name="Text 5"/>
          <p:cNvSpPr txBox="1"/>
          <p:nvPr/>
        </p:nvSpPr>
        <p:spPr>
          <a:xfrm>
            <a:off x="558800" y="3959860"/>
            <a:ext cx="11074400" cy="901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182F48"/>
                </a:solidFill>
                <a:latin typeface="Carlito"/>
              </a:rPr>
              <a:t xml:space="preserve">Bounded workflow first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58800" y="4861560"/>
            <a:ext cx="11074400" cy="1082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4F667B"/>
                </a:solidFill>
                <a:latin typeface="Carlito"/>
              </a:rPr>
              <a:t xml:space="preserve">An authored scope constraint for this fictional scenario, not a measured product result.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9" name="Text 9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COMPARE MECHANISMS, NOT MARKETING CLAIMS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Two paths make the trade-off explicit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5588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620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Match every competitor feature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620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Differentiate on the operating boundary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More focused initial work, with a clearer review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COMPARE MECHANISMS, NOT MARKETING CLAIMS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Recommend the bounded path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Test local deployment and reviewability as the first differentiators.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COMPARE MECHANISMS, NOT MARKETING CLAIMS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Risks to review before expansion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COMPARE MECHANISMS, NOT MARKETING CLAIMS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Next action: approve the pilot and own the review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5588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620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620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Strategy analyst owns the first milestone and its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Inspect the pilot evidence before approving the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ing">
  <a:themeElements>
    <a:clrScheme name="Storyboard">
      <a:dk1>
        <a:srgbClr val="182F48"/>
      </a:dk1>
      <a:lt1>
        <a:srgbClr val="FFFFFF"/>
      </a:lt1>
      <a:dk2>
        <a:srgbClr val="4F667B"/>
      </a:dk2>
      <a:lt2>
        <a:srgbClr val="EBF1F7"/>
      </a:lt2>
      <a:accent1>
        <a:srgbClr val="1865A6"/>
      </a:accent1>
      <a:accent2>
        <a:srgbClr val="4F667B"/>
      </a:accent2>
      <a:accent3>
        <a:srgbClr val="1865A6"/>
      </a:accent3>
      <a:accent4>
        <a:srgbClr val="182F48"/>
      </a:accent4>
      <a:accent5>
        <a:srgbClr val="4F667B"/>
      </a:accent5>
      <a:accent6>
        <a:srgbClr val="1865A6"/>
      </a:accent6>
      <a:hlink>
        <a:srgbClr val="1865A6"/>
      </a:hlink>
      <a:folHlink>
        <a:srgbClr val="4F667B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Compare mechanisms, not marketing claims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5733e9b0d83eda7350a911cc5a4905bf80fc946cd7d5b87fcac96d8788db9ab8</vt:lpwstr>
  </property>
</Properties>
</file>